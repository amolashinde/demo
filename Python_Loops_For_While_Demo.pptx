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7FA"/>
                </a:solidFill>
              </a:defRPr>
            </a:pPr>
            <a:r>
              <a:t>🔄 LOOPS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50B4FF"/>
                </a:solidFill>
              </a:defRPr>
            </a:pPr>
            <a:r>
              <a:t>for loop  •  while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CCD"/>
                </a:solidFill>
              </a:defRPr>
            </a:pPr>
            <a:r>
              <a:t>Repeat a task without writing the same code again and again.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What is a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A simple way to repeat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🔹 A loop repeats a block of code.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🔹 It saves time and reduces repetition.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🔹 Python mainly uses for and while loops.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💡 Think: “Do this task again.”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🔁 for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Use it when working through a sequence or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126480" cy="2377440"/>
          </a:xfrm>
          <a:prstGeom prst="roundRect">
            <a:avLst/>
          </a:prstGeom>
          <a:solidFill>
            <a:srgbClr val="0A0D16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FDCA0"/>
                </a:solidFill>
                <a:latin typeface="Consolas"/>
              </a:defRPr>
            </a:pPr>
            <a:r>
              <a:t>for i in range(1, 6):</a:t>
            </a:r>
            <a:br/>
            <a:r>
              <a:t>    print(i)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Output: 1 2 3 4 5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range(1, 6) gives 1 to 5.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i takes one value at a time.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🧠 Easy idea: FOR each item...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for Loop with a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Perfect for processing each item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6766560" cy="3383280"/>
          </a:xfrm>
          <a:prstGeom prst="roundRect">
            <a:avLst/>
          </a:prstGeom>
          <a:solidFill>
            <a:srgbClr val="0A0D16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FDCA0"/>
                </a:solidFill>
                <a:latin typeface="Consolas"/>
              </a:defRPr>
            </a:pPr>
            <a:r>
              <a:t>fruits = ["Apple", "Mango", "Banana"]</a:t>
            </a:r>
            <a:br/>
            <a:br/>
            <a:r>
              <a:t>for fruit in fruits:</a:t>
            </a:r>
            <a:br/>
            <a:r>
              <a:t>    print(fruit)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92024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Apple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Mango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Banana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Each fruit is handled one by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🔄 while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Repeat while a condition is 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583680" cy="3657600"/>
          </a:xfrm>
          <a:prstGeom prst="roundRect">
            <a:avLst/>
          </a:prstGeom>
          <a:solidFill>
            <a:srgbClr val="0A0D16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FDCA0"/>
                </a:solidFill>
                <a:latin typeface="Consolas"/>
              </a:defRPr>
            </a:pPr>
            <a:r>
              <a:t>i = 1</a:t>
            </a:r>
            <a:br/>
            <a:br/>
            <a:r>
              <a:t>while i &lt;= 5:</a:t>
            </a:r>
            <a:br/>
            <a:r>
              <a:t>    print(i)</a:t>
            </a:r>
            <a:br/>
            <a:r>
              <a:t>    i +=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Condition: i &lt;= 5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If True → run the code.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i += 1 changes the value.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When condition becomes False →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🏧 Real-Life Example: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Keep asking until the correct PIN is entered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7132320" cy="4023360"/>
          </a:xfrm>
          <a:prstGeom prst="roundRect">
            <a:avLst/>
          </a:prstGeom>
          <a:solidFill>
            <a:srgbClr val="0A0D16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FDCA0"/>
                </a:solidFill>
                <a:latin typeface="Consolas"/>
              </a:defRPr>
            </a:pPr>
            <a:r>
              <a:t>pin = ""</a:t>
            </a:r>
            <a:br/>
            <a:br/>
            <a:r>
              <a:t>while pin != "1234":</a:t>
            </a:r>
            <a:br/>
            <a:r>
              <a:t>    pin = input("Enter PIN: ")</a:t>
            </a:r>
            <a:br/>
            <a:br/>
            <a:r>
              <a:t>print("Access Granted")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Wrong PIN → ask again.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Correct PIN → condition is False.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The loop stops.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💡 while = “until this condition changes”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⚖️ for vs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The easiest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B2030"/>
          </a:solidFill>
          <a:ln>
            <a:solidFill>
              <a:srgbClr val="5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0B4FF"/>
                </a:solidFill>
              </a:defRPr>
            </a:pPr>
            <a:r>
              <a:t>for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4480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Sequence / range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Usually known repetitions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Great for lists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for item in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B2030"/>
          </a:solidFill>
          <a:ln>
            <a:solidFill>
              <a:srgbClr val="5F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2024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FDCA0"/>
                </a:solidFill>
              </a:defRPr>
            </a:pPr>
            <a:r>
              <a:t>while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51760"/>
            <a:ext cx="4480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Condition based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Repetitions may be unknown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Great for user input</a:t>
            </a:r>
          </a:p>
          <a:p>
            <a:pPr>
              <a:spcAft>
                <a:spcPts val="1300"/>
              </a:spcAft>
              <a:defRPr sz="1700">
                <a:solidFill>
                  <a:srgbClr val="F5F7FA"/>
                </a:solidFill>
              </a:defRPr>
            </a:pPr>
            <a:r>
              <a:t>• while condition: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🎯 Live Demo +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BCCD"/>
                </a:solidFill>
              </a:defRPr>
            </a:pPr>
            <a:r>
              <a:t>Finish your demo by involving the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6675120" cy="3383280"/>
          </a:xfrm>
          <a:prstGeom prst="roundRect">
            <a:avLst/>
          </a:prstGeom>
          <a:solidFill>
            <a:srgbClr val="0A0D16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FDCA0"/>
                </a:solidFill>
                <a:latin typeface="Consolas"/>
              </a:defRPr>
            </a:pPr>
            <a:r>
              <a:t>for i in range(5):</a:t>
            </a:r>
            <a:br/>
            <a:r>
              <a:t>    print("Hello")</a:t>
            </a:r>
            <a:br/>
            <a:br/>
            <a:r>
              <a:t># What happens if i += 1 is removed</a:t>
            </a:r>
            <a:br/>
            <a:r>
              <a:t># from a while loop?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002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❓ Q1: Which loop is commonly used for a list?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A) if   B) for   C) switch   D) print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✅ Answer: B — for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❓ Q2: What if a while condition never becomes False?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✅ Infinite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CCD"/>
                </a:solidFill>
              </a:defRPr>
            </a:pPr>
            <a:r>
              <a:t>Python Demo • Loops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