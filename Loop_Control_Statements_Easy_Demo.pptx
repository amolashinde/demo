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6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23319" y="745002"/>
            <a:ext cx="578337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  <a:highlight>
                  <a:srgbClr val="808080"/>
                </a:highlight>
              </a:rPr>
              <a:t>LOOP CONTROL STATEMENTS</a:t>
            </a:r>
            <a:endParaRPr lang="en-IN" sz="3400" b="1" dirty="0">
              <a:solidFill>
                <a:schemeClr val="bg1"/>
              </a:solidFill>
              <a:highlight>
                <a:srgbClr val="808080"/>
              </a:highlight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4453578" cy="960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10312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7171"/>
                </a:solidFill>
                <a:latin typeface="Aptos"/>
              </a:rPr>
              <a:t>🛑 BREAK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154680"/>
            <a:ext cx="4453578" cy="960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ACC15"/>
                </a:solidFill>
                <a:latin typeface="Aptos"/>
              </a:rPr>
              <a:t>⏭ CONTINUE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434840"/>
            <a:ext cx="4453578" cy="960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466344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dirty="0">
                <a:solidFill>
                  <a:srgbClr val="38BDF8"/>
                </a:solidFill>
                <a:latin typeface="Aptos"/>
              </a:rPr>
              <a:t>😶 PASS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dirty="0">
                <a:solidFill>
                  <a:srgbClr val="F87171"/>
                </a:solidFill>
                <a:latin typeface="Aptos"/>
              </a:rPr>
              <a:t>🛑 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61722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 dirty="0">
                <a:solidFill>
                  <a:srgbClr val="CBD5E1"/>
                </a:solidFill>
                <a:latin typeface="Aptos"/>
              </a:rPr>
              <a:t>Stop the loop completely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" y="1753175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WHAT DOES BREAK DO?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67712"/>
            <a:ext cx="4937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0" dirty="0">
                <a:solidFill>
                  <a:srgbClr val="F8FAFC"/>
                </a:solidFill>
                <a:latin typeface="Aptos"/>
              </a:rPr>
              <a:t>When Python reaches break, it immediately
terminates the entire loop.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dirty="0">
                <a:solidFill>
                  <a:srgbClr val="CBD5E1"/>
                </a:solidFill>
                <a:latin typeface="Aptos"/>
              </a:rPr>
              <a:t>Think of it like: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9547" y="4011418"/>
            <a:ext cx="56760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8BDF8"/>
                </a:solidFill>
                <a:latin typeface="Aptos"/>
              </a:rPr>
              <a:t>🔎 Searching for a friend
Found the friend → STOP searching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19372"/>
            <a:ext cx="5394960" cy="3108960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45680" y="2284951"/>
            <a:ext cx="4846320" cy="2377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dirty="0">
                <a:solidFill>
                  <a:srgbClr val="F8FAFC"/>
                </a:solidFill>
                <a:latin typeface="Consolas"/>
              </a:rPr>
              <a:t>for </a:t>
            </a:r>
            <a:r>
              <a:rPr sz="1700" b="0" dirty="0" err="1">
                <a:solidFill>
                  <a:srgbClr val="F8FAFC"/>
                </a:solidFill>
                <a:latin typeface="Consolas"/>
              </a:rPr>
              <a:t>i</a:t>
            </a:r>
            <a:r>
              <a:rPr sz="1700" b="0" dirty="0">
                <a:solidFill>
                  <a:srgbClr val="F8FAFC"/>
                </a:solidFill>
                <a:latin typeface="Consolas"/>
              </a:rPr>
              <a:t> in range(1, 6):
    if </a:t>
            </a:r>
            <a:r>
              <a:rPr sz="1700" b="0" dirty="0" err="1">
                <a:solidFill>
                  <a:srgbClr val="F8FAFC"/>
                </a:solidFill>
                <a:latin typeface="Consolas"/>
              </a:rPr>
              <a:t>i</a:t>
            </a:r>
            <a:r>
              <a:rPr sz="1700" b="0" dirty="0">
                <a:solidFill>
                  <a:srgbClr val="F8FAFC"/>
                </a:solidFill>
                <a:latin typeface="Consolas"/>
              </a:rPr>
              <a:t> == 3:
        break
    print(</a:t>
            </a:r>
            <a:r>
              <a:rPr sz="1700" b="0" dirty="0" err="1">
                <a:solidFill>
                  <a:srgbClr val="F8FAFC"/>
                </a:solidFill>
                <a:latin typeface="Consolas"/>
              </a:rPr>
              <a:t>i</a:t>
            </a:r>
            <a:r>
              <a:rPr sz="1700" b="0" dirty="0">
                <a:solidFill>
                  <a:srgbClr val="F8FAFC"/>
                </a:solidFill>
                <a:latin typeface="Consolas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57613" y="384048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dirty="0">
                <a:solidFill>
                  <a:srgbClr val="4ADE80"/>
                </a:solidFill>
                <a:latin typeface="Consolas"/>
              </a:rPr>
              <a:t>Output: 1 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6688" y="5166360"/>
            <a:ext cx="3288784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 dirty="0">
                <a:solidFill>
                  <a:srgbClr val="F87171"/>
                </a:solidFill>
                <a:latin typeface="Aptos"/>
              </a:rPr>
              <a:t>Key point:  BREAK = STOP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5486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dirty="0">
                <a:solidFill>
                  <a:srgbClr val="FACC15"/>
                </a:solidFill>
                <a:latin typeface="Aptos"/>
              </a:rPr>
              <a:t>⏭ CONTINUE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29000" y="61722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 dirty="0">
                <a:solidFill>
                  <a:srgbClr val="CBD5E1"/>
                </a:solidFill>
                <a:latin typeface="Aptos"/>
              </a:rPr>
              <a:t>Skip the current iteration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WHAT DOES CONTINUE DO?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67712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When Python reaches continue, it skips
only the current iteration and moves 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7720" y="34975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dirty="0">
                <a:solidFill>
                  <a:srgbClr val="CBD5E1"/>
                </a:solidFill>
                <a:latin typeface="Aptos"/>
              </a:rPr>
              <a:t>Think of it like: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09060"/>
            <a:ext cx="55778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38BDF8"/>
                </a:solidFill>
                <a:latin typeface="Aptos"/>
              </a:rPr>
              <a:t>👨‍🏫 One student is absent
Skip that student → check the next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737360"/>
            <a:ext cx="5394960" cy="3108960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95160" y="2194560"/>
            <a:ext cx="4846320" cy="2377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dirty="0">
                <a:solidFill>
                  <a:srgbClr val="F8FAFC"/>
                </a:solidFill>
                <a:latin typeface="Consolas"/>
              </a:rPr>
              <a:t>for </a:t>
            </a:r>
            <a:r>
              <a:rPr sz="1700" b="0" dirty="0" err="1">
                <a:solidFill>
                  <a:srgbClr val="F8FAFC"/>
                </a:solidFill>
                <a:latin typeface="Consolas"/>
              </a:rPr>
              <a:t>i</a:t>
            </a:r>
            <a:r>
              <a:rPr sz="1700" b="0" dirty="0">
                <a:solidFill>
                  <a:srgbClr val="F8FAFC"/>
                </a:solidFill>
                <a:latin typeface="Consolas"/>
              </a:rPr>
              <a:t> in range(1, 6):
    if </a:t>
            </a:r>
            <a:r>
              <a:rPr sz="1700" b="0" dirty="0" err="1">
                <a:solidFill>
                  <a:srgbClr val="F8FAFC"/>
                </a:solidFill>
                <a:latin typeface="Consolas"/>
              </a:rPr>
              <a:t>i</a:t>
            </a:r>
            <a:r>
              <a:rPr sz="1700" b="0" dirty="0">
                <a:solidFill>
                  <a:srgbClr val="F8FAFC"/>
                </a:solidFill>
                <a:latin typeface="Consolas"/>
              </a:rPr>
              <a:t> == 3:
        continue
    print(</a:t>
            </a:r>
            <a:r>
              <a:rPr sz="1700" b="0" dirty="0" err="1">
                <a:solidFill>
                  <a:srgbClr val="F8FAFC"/>
                </a:solidFill>
                <a:latin typeface="Consolas"/>
              </a:rPr>
              <a:t>i</a:t>
            </a:r>
            <a:r>
              <a:rPr sz="1700" b="0" dirty="0">
                <a:solidFill>
                  <a:srgbClr val="F8FAFC"/>
                </a:solidFill>
                <a:latin typeface="Consolas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9880" y="377190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dirty="0">
                <a:solidFill>
                  <a:srgbClr val="4ADE80"/>
                </a:solidFill>
                <a:latin typeface="Consolas"/>
              </a:rPr>
              <a:t>Output: 1  2  4 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5136145"/>
            <a:ext cx="481559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dirty="0">
                <a:solidFill>
                  <a:srgbClr val="FACC15"/>
                </a:solidFill>
                <a:latin typeface="Aptos"/>
              </a:rPr>
              <a:t>Key point:  CONTINUE = SKIP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38BDF8"/>
                </a:solidFill>
                <a:latin typeface="Aptos"/>
              </a:rPr>
              <a:t>😶 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01962" y="61722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Aptos"/>
              </a:rPr>
              <a:t>Do nothing — continue normally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WHAT DOES PASS DO?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94167"/>
            <a:ext cx="5576591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IN" sz="2100" dirty="0">
                <a:solidFill>
                  <a:srgbClr val="F8FAFC"/>
                </a:solidFill>
                <a:latin typeface="Aptos"/>
              </a:rPr>
              <a:t>P</a:t>
            </a:r>
            <a:r>
              <a:rPr sz="2100" b="0" dirty="0">
                <a:solidFill>
                  <a:srgbClr val="F8FAFC"/>
                </a:solidFill>
                <a:latin typeface="Aptos"/>
              </a:rPr>
              <a:t>ass is a placeholder. Python performs
no action and continues to the next statement.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482" y="3785367"/>
            <a:ext cx="1937480" cy="355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BD5E1"/>
                </a:solidFill>
                <a:latin typeface="Aptos"/>
              </a:rPr>
              <a:t>Think of it like: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1" y="4254983"/>
            <a:ext cx="444158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38BDF8"/>
                </a:solidFill>
                <a:latin typeface="Aptos"/>
              </a:rPr>
              <a:t>📝 “I will fill this part later.”
For now → do nothing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50417"/>
            <a:ext cx="5394960" cy="3108960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45680" y="2057401"/>
            <a:ext cx="4846320" cy="2377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dirty="0">
                <a:solidFill>
                  <a:srgbClr val="F8FAFC"/>
                </a:solidFill>
                <a:latin typeface="Consolas"/>
              </a:rPr>
              <a:t>for </a:t>
            </a:r>
            <a:r>
              <a:rPr sz="1700" b="0" dirty="0" err="1">
                <a:solidFill>
                  <a:srgbClr val="F8FAFC"/>
                </a:solidFill>
                <a:latin typeface="Consolas"/>
              </a:rPr>
              <a:t>i</a:t>
            </a:r>
            <a:r>
              <a:rPr sz="1700" b="0" dirty="0">
                <a:solidFill>
                  <a:srgbClr val="F8FAFC"/>
                </a:solidFill>
                <a:latin typeface="Consolas"/>
              </a:rPr>
              <a:t> in range(1, 6):
    if </a:t>
            </a:r>
            <a:r>
              <a:rPr sz="1700" b="0" dirty="0" err="1">
                <a:solidFill>
                  <a:srgbClr val="F8FAFC"/>
                </a:solidFill>
                <a:latin typeface="Consolas"/>
              </a:rPr>
              <a:t>i</a:t>
            </a:r>
            <a:r>
              <a:rPr sz="1700" b="0" dirty="0">
                <a:solidFill>
                  <a:srgbClr val="F8FAFC"/>
                </a:solidFill>
                <a:latin typeface="Consolas"/>
              </a:rPr>
              <a:t> == 3:
        pass
    print(</a:t>
            </a:r>
            <a:r>
              <a:rPr sz="1700" b="0" dirty="0" err="1">
                <a:solidFill>
                  <a:srgbClr val="F8FAFC"/>
                </a:solidFill>
                <a:latin typeface="Consolas"/>
              </a:rPr>
              <a:t>i</a:t>
            </a:r>
            <a:r>
              <a:rPr sz="1700" b="0" dirty="0">
                <a:solidFill>
                  <a:srgbClr val="F8FAFC"/>
                </a:solidFill>
                <a:latin typeface="Consolas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45680" y="3692876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dirty="0">
                <a:solidFill>
                  <a:srgbClr val="4ADE80"/>
                </a:solidFill>
                <a:latin typeface="Consolas"/>
              </a:rPr>
              <a:t>Output: 1  2  3  4 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842" y="5166360"/>
            <a:ext cx="4080476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 dirty="0">
                <a:solidFill>
                  <a:srgbClr val="38BDF8"/>
                </a:solidFill>
                <a:latin typeface="Aptos"/>
              </a:rPr>
              <a:t>Key point:  PASS = DO NOTHING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256</Words>
  <Application>Microsoft Office PowerPoint</Application>
  <PresentationFormat>Widescreen</PresentationFormat>
  <Paragraphs>31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AMOL</dc:creator>
  <cp:keywords/>
  <dc:description>generated using python-pptx</dc:description>
  <cp:lastModifiedBy>AMOL SHINDE</cp:lastModifiedBy>
  <cp:revision>2</cp:revision>
  <dcterms:created xsi:type="dcterms:W3CDTF">2013-01-27T09:14:16Z</dcterms:created>
  <dcterms:modified xsi:type="dcterms:W3CDTF">2026-09-01T17:36:29Z</dcterms:modified>
  <cp:category/>
</cp:coreProperties>
</file>